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A5A8"/>
    <a:srgbClr val="9CD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eb Tung" userId="9b018b51fdf5d3fb" providerId="LiveId" clId="{33D4ED18-2587-4199-80B7-FCD761D57BC7}"/>
    <pc:docChg chg="addSld modSld">
      <pc:chgData name="Caleb Tung" userId="9b018b51fdf5d3fb" providerId="LiveId" clId="{33D4ED18-2587-4199-80B7-FCD761D57BC7}" dt="2025-11-11T17:17:36.282" v="25" actId="20577"/>
      <pc:docMkLst>
        <pc:docMk/>
      </pc:docMkLst>
      <pc:sldChg chg="modSp add mod">
        <pc:chgData name="Caleb Tung" userId="9b018b51fdf5d3fb" providerId="LiveId" clId="{33D4ED18-2587-4199-80B7-FCD761D57BC7}" dt="2025-11-11T17:17:36.282" v="25" actId="20577"/>
        <pc:sldMkLst>
          <pc:docMk/>
          <pc:sldMk cId="552973542" sldId="262"/>
        </pc:sldMkLst>
        <pc:spChg chg="mod">
          <ac:chgData name="Caleb Tung" userId="9b018b51fdf5d3fb" providerId="LiveId" clId="{33D4ED18-2587-4199-80B7-FCD761D57BC7}" dt="2025-11-11T17:17:36.282" v="25" actId="20577"/>
          <ac:spMkLst>
            <pc:docMk/>
            <pc:sldMk cId="552973542" sldId="262"/>
            <ac:spMk id="17" creationId="{0231E840-D776-481D-A373-3A431AEBA4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BC28-0220-9C3B-06CF-C4B0E1D38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D1C93-B09B-96CD-947C-9A85B2483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D3519-DA88-A8C3-8C7B-318C2937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7272-82CB-7F76-0F9E-6DE49268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2D9B4-75E6-1507-45EA-B707E0C6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7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E551-735B-DEE0-D496-746F9E0A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18E16-4900-C940-9BF4-F8C2AC285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D8AA3-051D-D9AF-84AF-9FB9DAE3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2493-AB5F-BCCF-F31D-A8193354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3CBF2-50A2-D1B4-C9D8-EE0B23CD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3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EADB-838F-7339-3693-316C87DC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079C0-0478-C540-9A42-6B857702B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EC744-C3F6-0DA2-CFE8-A4A46C1A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AF7A-6C64-2B4C-113C-A1B74366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27D6-9E5E-6ABE-0838-6221FF88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5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954D-0256-564E-F993-2D9D24C6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2ED7-436A-4E24-CA84-030E2BA50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9CD9A-9B36-1640-1B71-9093FBF56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E3FD3-FC8B-41D7-0EC0-C8E89325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E9B93-0F55-564E-3558-3CD1F3BD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E1A6A-15CE-1022-A293-4B68097D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2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1BBB-FE7E-8744-FE98-68351F07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7A8F-45D0-D4E9-226C-55A94001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AF217-D89D-64BD-CFCE-B40456F42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E1903-AF99-5F3E-6616-808D3C504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72B4F-C2F3-1D3B-203B-F7EF4F0D8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0A18-7924-3A01-1450-DF7A207F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318802-EFF7-50F9-DFF3-3058F67C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C15F1-EB58-E10A-C6E8-371B6360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40C1-D824-4B13-ACBD-718BFF61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9D49D-CC80-D84D-5231-5CC93156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29CA9-3F35-E960-4165-C588D413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ACDD2-1285-798E-4B9F-4A202660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9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9976DB-5DCB-6502-5D26-D829A889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911BD-F4CE-B8FB-B166-A8CDC187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B8C84-B432-BD81-3481-73BD93EB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3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F473-5620-F36E-7515-7E21EE90F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05BE6-8B13-3861-48D6-0270AB05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14641-CFFF-9B2B-339B-256557CF4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7EFB-5B34-DAFB-781A-280D540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7D7F8-0F4D-E827-168A-D9ECC2BD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D25E9-64E4-68E3-58E0-42B534E9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2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6D25-09D7-0462-A768-88036407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DCDC3-C061-7F09-FD58-FD180387D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BE94-D4E2-1968-0A1F-3B0CB2ED5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BBF81-226F-B84A-DBFF-D70B6182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A2EB3-A75A-CDBF-F94F-C363585F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6CC87-3CDC-C6B2-E826-826AC6F2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8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9920-EE27-75AF-648D-27D66A95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53C64-4EBC-EB6D-611C-C88CBEE84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E1D4A-EA01-F815-B804-FF2AB458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4B6C7-339F-B3A3-6D12-1A64804E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286E-4211-51BE-39FD-2FFE7001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7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F42AE-6E19-EFD4-4F46-67D3D5084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9F8C5-4C8F-3C21-A884-18F916B6B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72970-534E-FD7C-E65F-C5F4A5A4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8269F-FF33-807C-B8A3-707E4F11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AD0B9-CAF4-D3A4-5E4F-E381A50D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EF395-5E4E-15F7-9487-96C62DE6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2DBC0-1DFA-C30C-184D-AB24C95B1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4ED8-A937-7730-7869-CA9EB3FCA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FAA7C-AE94-4FE2-A8C0-6FB00C07F5E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F85B9-E40D-A650-C467-5B94EF031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35E20-0D95-A1CA-9454-5C0C2979A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42A47-C298-4F5B-8BE3-710680753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0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3D6FBA4-6C08-9C84-E985-7FD8B0ACF904}"/>
              </a:ext>
            </a:extLst>
          </p:cNvPr>
          <p:cNvGrpSpPr/>
          <p:nvPr/>
        </p:nvGrpSpPr>
        <p:grpSpPr>
          <a:xfrm>
            <a:off x="5143798" y="3459610"/>
            <a:ext cx="1904403" cy="349497"/>
            <a:chOff x="5143798" y="3459610"/>
            <a:chExt cx="1904403" cy="3494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31165C-191D-8DF2-E4F0-8825FBEA712F}"/>
                </a:ext>
              </a:extLst>
            </p:cNvPr>
            <p:cNvSpPr/>
            <p:nvPr/>
          </p:nvSpPr>
          <p:spPr>
            <a:xfrm>
              <a:off x="5179219" y="3533775"/>
              <a:ext cx="1837134" cy="242888"/>
            </a:xfrm>
            <a:prstGeom prst="rect">
              <a:avLst/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BF59981C-EB08-64EA-467B-769BAF143C41}"/>
                </a:ext>
              </a:extLst>
            </p:cNvPr>
            <p:cNvSpPr/>
            <p:nvPr/>
          </p:nvSpPr>
          <p:spPr>
            <a:xfrm>
              <a:off x="5229226" y="3461991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68E40489-52E6-893A-846A-69B791FE72EE}"/>
                </a:ext>
              </a:extLst>
            </p:cNvPr>
            <p:cNvSpPr/>
            <p:nvPr/>
          </p:nvSpPr>
          <p:spPr>
            <a:xfrm>
              <a:off x="5450682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C816B5B7-791A-CF93-8935-155D0F101273}"/>
                </a:ext>
              </a:extLst>
            </p:cNvPr>
            <p:cNvSpPr/>
            <p:nvPr/>
          </p:nvSpPr>
          <p:spPr>
            <a:xfrm>
              <a:off x="5672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1179E2D7-8CA2-35DD-307F-9D33E331BFD3}"/>
                </a:ext>
              </a:extLst>
            </p:cNvPr>
            <p:cNvSpPr/>
            <p:nvPr/>
          </p:nvSpPr>
          <p:spPr>
            <a:xfrm>
              <a:off x="5906095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5A0B99FD-860B-3E3D-619E-EA4DDEE17184}"/>
                </a:ext>
              </a:extLst>
            </p:cNvPr>
            <p:cNvSpPr/>
            <p:nvPr/>
          </p:nvSpPr>
          <p:spPr>
            <a:xfrm>
              <a:off x="6138269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1D9965D4-E56D-578A-D038-5FB3537A6681}"/>
                </a:ext>
              </a:extLst>
            </p:cNvPr>
            <p:cNvSpPr/>
            <p:nvPr/>
          </p:nvSpPr>
          <p:spPr>
            <a:xfrm>
              <a:off x="6367464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81CB1BA3-4A61-B2CB-C34E-9A6DB9D5440C}"/>
                </a:ext>
              </a:extLst>
            </p:cNvPr>
            <p:cNvSpPr/>
            <p:nvPr/>
          </p:nvSpPr>
          <p:spPr>
            <a:xfrm>
              <a:off x="6591301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DBD1AC51-363E-E8EB-D318-65F30D0A443F}"/>
                </a:ext>
              </a:extLst>
            </p:cNvPr>
            <p:cNvSpPr/>
            <p:nvPr/>
          </p:nvSpPr>
          <p:spPr>
            <a:xfrm>
              <a:off x="6815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7A7FF9-AE24-6758-8629-93D5ADF5F5A8}"/>
                </a:ext>
              </a:extLst>
            </p:cNvPr>
            <p:cNvSpPr txBox="1"/>
            <p:nvPr/>
          </p:nvSpPr>
          <p:spPr>
            <a:xfrm>
              <a:off x="5143798" y="3501330"/>
              <a:ext cx="1904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A4A5A8"/>
                  </a:solidFill>
                  <a:latin typeface="Amatic SC" panose="00000500000000000000" pitchFamily="2" charset="-79"/>
                  <a:cs typeface="Amatic SC" panose="00000500000000000000" pitchFamily="2" charset="-79"/>
                </a:rPr>
                <a:t>Building a New Life Together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96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536C-2005-7A46-05C9-B086A0F0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627F4B-9A4E-86DB-0B98-E7F13C32E2D6}"/>
              </a:ext>
            </a:extLst>
          </p:cNvPr>
          <p:cNvSpPr/>
          <p:nvPr/>
        </p:nvSpPr>
        <p:spPr>
          <a:xfrm>
            <a:off x="4924425" y="3533775"/>
            <a:ext cx="2343150" cy="242888"/>
          </a:xfrm>
          <a:prstGeom prst="rect">
            <a:avLst/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EA34DFBD-2AFF-7BCA-82DB-3ACA8CA2F2FC}"/>
              </a:ext>
            </a:extLst>
          </p:cNvPr>
          <p:cNvSpPr/>
          <p:nvPr/>
        </p:nvSpPr>
        <p:spPr>
          <a:xfrm>
            <a:off x="5000626" y="3461991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8245BDB-BE44-51F4-747C-DBAE5DF8ED7E}"/>
              </a:ext>
            </a:extLst>
          </p:cNvPr>
          <p:cNvSpPr/>
          <p:nvPr/>
        </p:nvSpPr>
        <p:spPr>
          <a:xfrm>
            <a:off x="5227869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F5D6DC2A-C121-2781-72FB-327C41660CB4}"/>
              </a:ext>
            </a:extLst>
          </p:cNvPr>
          <p:cNvSpPr/>
          <p:nvPr/>
        </p:nvSpPr>
        <p:spPr>
          <a:xfrm>
            <a:off x="5455112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7C6A1E24-79FF-1523-4CB3-460DC3051162}"/>
              </a:ext>
            </a:extLst>
          </p:cNvPr>
          <p:cNvSpPr/>
          <p:nvPr/>
        </p:nvSpPr>
        <p:spPr>
          <a:xfrm>
            <a:off x="5682355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8C39FEE7-DAA0-133A-356C-62B6C296D648}"/>
              </a:ext>
            </a:extLst>
          </p:cNvPr>
          <p:cNvSpPr/>
          <p:nvPr/>
        </p:nvSpPr>
        <p:spPr>
          <a:xfrm>
            <a:off x="5909598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592DC587-4BC5-4351-124C-47988DA76B16}"/>
              </a:ext>
            </a:extLst>
          </p:cNvPr>
          <p:cNvSpPr/>
          <p:nvPr/>
        </p:nvSpPr>
        <p:spPr>
          <a:xfrm>
            <a:off x="6136841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353D9AAC-220C-622E-3C58-8E0A5F15612D}"/>
              </a:ext>
            </a:extLst>
          </p:cNvPr>
          <p:cNvSpPr/>
          <p:nvPr/>
        </p:nvSpPr>
        <p:spPr>
          <a:xfrm>
            <a:off x="6364084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86EC004B-8E8A-D6C8-823E-6A5DA4A5BFA3}"/>
              </a:ext>
            </a:extLst>
          </p:cNvPr>
          <p:cNvSpPr/>
          <p:nvPr/>
        </p:nvSpPr>
        <p:spPr>
          <a:xfrm>
            <a:off x="6591327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0C5EC0-BDAB-8771-83F2-FADA8E4A0A0E}"/>
              </a:ext>
            </a:extLst>
          </p:cNvPr>
          <p:cNvSpPr txBox="1"/>
          <p:nvPr/>
        </p:nvSpPr>
        <p:spPr>
          <a:xfrm>
            <a:off x="5000627" y="3501330"/>
            <a:ext cx="219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A4A5A8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Our Relationship Timeline, In LEGOs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D87466C-A7DF-7492-7811-F6ED6D3E2203}"/>
              </a:ext>
            </a:extLst>
          </p:cNvPr>
          <p:cNvSpPr/>
          <p:nvPr/>
        </p:nvSpPr>
        <p:spPr>
          <a:xfrm>
            <a:off x="6818570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4CA4921-E40D-3C5D-0506-8C02DD324C5F}"/>
              </a:ext>
            </a:extLst>
          </p:cNvPr>
          <p:cNvSpPr/>
          <p:nvPr/>
        </p:nvSpPr>
        <p:spPr>
          <a:xfrm>
            <a:off x="7045817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0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6480-78C0-026D-5CE3-E6C24C9A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3A16CA-3154-EB81-434C-2248E9C8D428}"/>
              </a:ext>
            </a:extLst>
          </p:cNvPr>
          <p:cNvSpPr/>
          <p:nvPr/>
        </p:nvSpPr>
        <p:spPr>
          <a:xfrm>
            <a:off x="4924425" y="3533775"/>
            <a:ext cx="2343150" cy="242888"/>
          </a:xfrm>
          <a:prstGeom prst="rect">
            <a:avLst/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AAB1A71B-5B6A-D017-ADDD-914BEE3C0CDA}"/>
              </a:ext>
            </a:extLst>
          </p:cNvPr>
          <p:cNvSpPr/>
          <p:nvPr/>
        </p:nvSpPr>
        <p:spPr>
          <a:xfrm>
            <a:off x="5000626" y="3461991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9010E61-9D83-E316-7AAB-520D0229BDE9}"/>
              </a:ext>
            </a:extLst>
          </p:cNvPr>
          <p:cNvSpPr/>
          <p:nvPr/>
        </p:nvSpPr>
        <p:spPr>
          <a:xfrm>
            <a:off x="5227869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4520CD82-A1E9-3B56-1341-C24633E93F73}"/>
              </a:ext>
            </a:extLst>
          </p:cNvPr>
          <p:cNvSpPr/>
          <p:nvPr/>
        </p:nvSpPr>
        <p:spPr>
          <a:xfrm>
            <a:off x="5455112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B63FAA8F-E50D-E571-55C5-C1F53598CCE6}"/>
              </a:ext>
            </a:extLst>
          </p:cNvPr>
          <p:cNvSpPr/>
          <p:nvPr/>
        </p:nvSpPr>
        <p:spPr>
          <a:xfrm>
            <a:off x="5682355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603A0796-0A5D-5F82-A2B4-90CB31EFFA10}"/>
              </a:ext>
            </a:extLst>
          </p:cNvPr>
          <p:cNvSpPr/>
          <p:nvPr/>
        </p:nvSpPr>
        <p:spPr>
          <a:xfrm>
            <a:off x="5909598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4ABD8BD4-151E-FB67-DC4F-9A6B03C75F55}"/>
              </a:ext>
            </a:extLst>
          </p:cNvPr>
          <p:cNvSpPr/>
          <p:nvPr/>
        </p:nvSpPr>
        <p:spPr>
          <a:xfrm>
            <a:off x="6136841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F00FF444-DA3A-A4DF-3D65-41EB83C563AE}"/>
              </a:ext>
            </a:extLst>
          </p:cNvPr>
          <p:cNvSpPr/>
          <p:nvPr/>
        </p:nvSpPr>
        <p:spPr>
          <a:xfrm>
            <a:off x="6364084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F5EBF37F-094B-9E6A-DBBF-D1732F1F8781}"/>
              </a:ext>
            </a:extLst>
          </p:cNvPr>
          <p:cNvSpPr/>
          <p:nvPr/>
        </p:nvSpPr>
        <p:spPr>
          <a:xfrm>
            <a:off x="6591327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4A4234-8983-15E2-61D3-4447955ACC56}"/>
              </a:ext>
            </a:extLst>
          </p:cNvPr>
          <p:cNvSpPr txBox="1"/>
          <p:nvPr/>
        </p:nvSpPr>
        <p:spPr>
          <a:xfrm>
            <a:off x="5000627" y="3501330"/>
            <a:ext cx="219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A4A5A8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Wedding Assembly Instructions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8633121C-E919-CB4F-3E8E-76850EDCEDB2}"/>
              </a:ext>
            </a:extLst>
          </p:cNvPr>
          <p:cNvSpPr/>
          <p:nvPr/>
        </p:nvSpPr>
        <p:spPr>
          <a:xfrm>
            <a:off x="6818570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E6FE0062-AC9E-2B18-5372-C7CA92198707}"/>
              </a:ext>
            </a:extLst>
          </p:cNvPr>
          <p:cNvSpPr/>
          <p:nvPr/>
        </p:nvSpPr>
        <p:spPr>
          <a:xfrm>
            <a:off x="7045817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3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1039-DF43-1F9B-5632-462B5D69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4F449BE-03F9-E8DF-DCD7-C53749A33E01}"/>
              </a:ext>
            </a:extLst>
          </p:cNvPr>
          <p:cNvGrpSpPr/>
          <p:nvPr/>
        </p:nvGrpSpPr>
        <p:grpSpPr>
          <a:xfrm>
            <a:off x="5143798" y="3459610"/>
            <a:ext cx="1904403" cy="349497"/>
            <a:chOff x="5143798" y="3459610"/>
            <a:chExt cx="1904403" cy="3494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B42604-509B-0FEA-C24C-43A42E769DF8}"/>
                </a:ext>
              </a:extLst>
            </p:cNvPr>
            <p:cNvSpPr/>
            <p:nvPr/>
          </p:nvSpPr>
          <p:spPr>
            <a:xfrm>
              <a:off x="5179219" y="3533775"/>
              <a:ext cx="1837134" cy="242888"/>
            </a:xfrm>
            <a:prstGeom prst="rect">
              <a:avLst/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DC746551-797C-B1EF-176E-F41AD6C6580B}"/>
                </a:ext>
              </a:extLst>
            </p:cNvPr>
            <p:cNvSpPr/>
            <p:nvPr/>
          </p:nvSpPr>
          <p:spPr>
            <a:xfrm>
              <a:off x="5229226" y="3461991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15C84009-CA75-C1B1-E9F0-D282BF7937E3}"/>
                </a:ext>
              </a:extLst>
            </p:cNvPr>
            <p:cNvSpPr/>
            <p:nvPr/>
          </p:nvSpPr>
          <p:spPr>
            <a:xfrm>
              <a:off x="5450682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02964E1C-3989-437F-A173-FB461A12231C}"/>
                </a:ext>
              </a:extLst>
            </p:cNvPr>
            <p:cNvSpPr/>
            <p:nvPr/>
          </p:nvSpPr>
          <p:spPr>
            <a:xfrm>
              <a:off x="5672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E967FC60-8E7D-BF08-76CA-368B2CDB77FC}"/>
                </a:ext>
              </a:extLst>
            </p:cNvPr>
            <p:cNvSpPr/>
            <p:nvPr/>
          </p:nvSpPr>
          <p:spPr>
            <a:xfrm>
              <a:off x="5906095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B814A8C8-AB85-ECEE-ED63-82BC317EC7D7}"/>
                </a:ext>
              </a:extLst>
            </p:cNvPr>
            <p:cNvSpPr/>
            <p:nvPr/>
          </p:nvSpPr>
          <p:spPr>
            <a:xfrm>
              <a:off x="6138269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FB862DFE-EF53-5E6D-48A0-D4D79990F33A}"/>
                </a:ext>
              </a:extLst>
            </p:cNvPr>
            <p:cNvSpPr/>
            <p:nvPr/>
          </p:nvSpPr>
          <p:spPr>
            <a:xfrm>
              <a:off x="6367464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9ED3F98B-AF88-6221-F823-5351A192BC5E}"/>
                </a:ext>
              </a:extLst>
            </p:cNvPr>
            <p:cNvSpPr/>
            <p:nvPr/>
          </p:nvSpPr>
          <p:spPr>
            <a:xfrm>
              <a:off x="6591301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A1F6EB5B-39D2-453D-C4A5-99C77C24F061}"/>
                </a:ext>
              </a:extLst>
            </p:cNvPr>
            <p:cNvSpPr/>
            <p:nvPr/>
          </p:nvSpPr>
          <p:spPr>
            <a:xfrm>
              <a:off x="6815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AE94FA-A456-F083-CA35-59A663953667}"/>
                </a:ext>
              </a:extLst>
            </p:cNvPr>
            <p:cNvSpPr txBox="1"/>
            <p:nvPr/>
          </p:nvSpPr>
          <p:spPr>
            <a:xfrm>
              <a:off x="5143798" y="3501330"/>
              <a:ext cx="1904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A4A5A8"/>
                  </a:solidFill>
                  <a:latin typeface="Amatic SC" panose="00000500000000000000" pitchFamily="2" charset="-79"/>
                  <a:cs typeface="Amatic SC" panose="00000500000000000000" pitchFamily="2" charset="-79"/>
                </a:rPr>
                <a:t>Click Here to RSVP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278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72B8-1007-453C-D63F-073DA848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0D36C73-B3C4-C734-910A-23DDBDBD31F1}"/>
              </a:ext>
            </a:extLst>
          </p:cNvPr>
          <p:cNvGrpSpPr/>
          <p:nvPr/>
        </p:nvGrpSpPr>
        <p:grpSpPr>
          <a:xfrm>
            <a:off x="5143798" y="3459610"/>
            <a:ext cx="1904403" cy="349497"/>
            <a:chOff x="5143798" y="3459610"/>
            <a:chExt cx="1904403" cy="3494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6D2049-1260-F77E-1C92-B7118FA444A5}"/>
                </a:ext>
              </a:extLst>
            </p:cNvPr>
            <p:cNvSpPr/>
            <p:nvPr/>
          </p:nvSpPr>
          <p:spPr>
            <a:xfrm>
              <a:off x="5179219" y="3533775"/>
              <a:ext cx="1837134" cy="242888"/>
            </a:xfrm>
            <a:prstGeom prst="rect">
              <a:avLst/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8C78B0F6-1282-0BE9-6DF3-5EA5E2674C82}"/>
                </a:ext>
              </a:extLst>
            </p:cNvPr>
            <p:cNvSpPr/>
            <p:nvPr/>
          </p:nvSpPr>
          <p:spPr>
            <a:xfrm>
              <a:off x="5229226" y="3461991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25FF9B4F-8152-8E36-4A11-1F7F3B187232}"/>
                </a:ext>
              </a:extLst>
            </p:cNvPr>
            <p:cNvSpPr/>
            <p:nvPr/>
          </p:nvSpPr>
          <p:spPr>
            <a:xfrm>
              <a:off x="5450682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11DFF3BB-2E88-977C-7482-B09445C4CF58}"/>
                </a:ext>
              </a:extLst>
            </p:cNvPr>
            <p:cNvSpPr/>
            <p:nvPr/>
          </p:nvSpPr>
          <p:spPr>
            <a:xfrm>
              <a:off x="5672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1FD408E2-BA8C-9397-EBED-EE20B4FD06BF}"/>
                </a:ext>
              </a:extLst>
            </p:cNvPr>
            <p:cNvSpPr/>
            <p:nvPr/>
          </p:nvSpPr>
          <p:spPr>
            <a:xfrm>
              <a:off x="5906095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07641C21-7CCC-38E6-61F8-1EDCE1401537}"/>
                </a:ext>
              </a:extLst>
            </p:cNvPr>
            <p:cNvSpPr/>
            <p:nvPr/>
          </p:nvSpPr>
          <p:spPr>
            <a:xfrm>
              <a:off x="6138269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D0A9E954-40BB-B8A1-7191-3E1402B8D940}"/>
                </a:ext>
              </a:extLst>
            </p:cNvPr>
            <p:cNvSpPr/>
            <p:nvPr/>
          </p:nvSpPr>
          <p:spPr>
            <a:xfrm>
              <a:off x="6367464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14979A63-560D-BEE5-509F-4875DE30FC35}"/>
                </a:ext>
              </a:extLst>
            </p:cNvPr>
            <p:cNvSpPr/>
            <p:nvPr/>
          </p:nvSpPr>
          <p:spPr>
            <a:xfrm>
              <a:off x="6591301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63D72EBE-6C82-8DE3-8C58-F6F6A4DF1BAE}"/>
                </a:ext>
              </a:extLst>
            </p:cNvPr>
            <p:cNvSpPr/>
            <p:nvPr/>
          </p:nvSpPr>
          <p:spPr>
            <a:xfrm>
              <a:off x="6815138" y="3459610"/>
              <a:ext cx="147638" cy="71784"/>
            </a:xfrm>
            <a:prstGeom prst="round2SameRect">
              <a:avLst>
                <a:gd name="adj1" fmla="val 30378"/>
                <a:gd name="adj2" fmla="val 0"/>
              </a:avLst>
            </a:prstGeom>
            <a:noFill/>
            <a:ln>
              <a:solidFill>
                <a:srgbClr val="9CD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31E840-D776-481D-A373-3A431AEBA424}"/>
                </a:ext>
              </a:extLst>
            </p:cNvPr>
            <p:cNvSpPr txBox="1"/>
            <p:nvPr/>
          </p:nvSpPr>
          <p:spPr>
            <a:xfrm>
              <a:off x="5143798" y="3501330"/>
              <a:ext cx="1904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A4A5A8"/>
                  </a:solidFill>
                  <a:latin typeface="Amatic SC" panose="00000500000000000000" pitchFamily="2" charset="-79"/>
                  <a:cs typeface="Amatic SC" panose="00000500000000000000" pitchFamily="2" charset="-79"/>
                </a:rPr>
                <a:t>Click Here to Take Survey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97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EBCB-954F-7842-F7FE-028D8B3D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53C2CB-CF28-0A55-7EA9-D8F16608D98A}"/>
              </a:ext>
            </a:extLst>
          </p:cNvPr>
          <p:cNvSpPr/>
          <p:nvPr/>
        </p:nvSpPr>
        <p:spPr>
          <a:xfrm>
            <a:off x="5604271" y="3533775"/>
            <a:ext cx="987030" cy="242888"/>
          </a:xfrm>
          <a:prstGeom prst="rect">
            <a:avLst/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3AEA7279-8AD1-B5DB-F21E-8F81DBBB01FD}"/>
              </a:ext>
            </a:extLst>
          </p:cNvPr>
          <p:cNvSpPr/>
          <p:nvPr/>
        </p:nvSpPr>
        <p:spPr>
          <a:xfrm>
            <a:off x="5672138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992969E7-F998-E9E6-E7EE-B16FB40E5D48}"/>
              </a:ext>
            </a:extLst>
          </p:cNvPr>
          <p:cNvSpPr/>
          <p:nvPr/>
        </p:nvSpPr>
        <p:spPr>
          <a:xfrm>
            <a:off x="5906095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8160FFAC-A887-04C4-FE75-DF09FD7C54D4}"/>
              </a:ext>
            </a:extLst>
          </p:cNvPr>
          <p:cNvSpPr/>
          <p:nvPr/>
        </p:nvSpPr>
        <p:spPr>
          <a:xfrm>
            <a:off x="6138269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D51475D4-386F-0B92-BF74-F629A34CE81E}"/>
              </a:ext>
            </a:extLst>
          </p:cNvPr>
          <p:cNvSpPr/>
          <p:nvPr/>
        </p:nvSpPr>
        <p:spPr>
          <a:xfrm>
            <a:off x="6367464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E4CCD-38E2-0D16-E163-C218FB1E9D7D}"/>
              </a:ext>
            </a:extLst>
          </p:cNvPr>
          <p:cNvSpPr txBox="1"/>
          <p:nvPr/>
        </p:nvSpPr>
        <p:spPr>
          <a:xfrm>
            <a:off x="5679878" y="3501330"/>
            <a:ext cx="832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A4A5A8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Registry???</a:t>
            </a:r>
          </a:p>
        </p:txBody>
      </p:sp>
    </p:spTree>
    <p:extLst>
      <p:ext uri="{BB962C8B-B14F-4D97-AF65-F5344CB8AC3E}">
        <p14:creationId xmlns:p14="http://schemas.microsoft.com/office/powerpoint/2010/main" val="129780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FF2C-35C7-7BBC-2E63-B4B07867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C441ED-E0BA-8847-5CC3-DF3224DCD645}"/>
              </a:ext>
            </a:extLst>
          </p:cNvPr>
          <p:cNvSpPr/>
          <p:nvPr/>
        </p:nvSpPr>
        <p:spPr>
          <a:xfrm>
            <a:off x="5604271" y="3533775"/>
            <a:ext cx="987030" cy="242888"/>
          </a:xfrm>
          <a:prstGeom prst="rect">
            <a:avLst/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6080CC56-F17B-A3F4-538C-7D411E7D9C39}"/>
              </a:ext>
            </a:extLst>
          </p:cNvPr>
          <p:cNvSpPr/>
          <p:nvPr/>
        </p:nvSpPr>
        <p:spPr>
          <a:xfrm>
            <a:off x="5672138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BDA94211-0727-C374-F8FD-5792DE8A7EDF}"/>
              </a:ext>
            </a:extLst>
          </p:cNvPr>
          <p:cNvSpPr/>
          <p:nvPr/>
        </p:nvSpPr>
        <p:spPr>
          <a:xfrm>
            <a:off x="5906095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BE5CB319-C3AD-E924-D258-FE03097D71F8}"/>
              </a:ext>
            </a:extLst>
          </p:cNvPr>
          <p:cNvSpPr/>
          <p:nvPr/>
        </p:nvSpPr>
        <p:spPr>
          <a:xfrm>
            <a:off x="6138269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4331255-EADE-2771-CAC0-CA21710C2A42}"/>
              </a:ext>
            </a:extLst>
          </p:cNvPr>
          <p:cNvSpPr/>
          <p:nvPr/>
        </p:nvSpPr>
        <p:spPr>
          <a:xfrm>
            <a:off x="6367464" y="3459610"/>
            <a:ext cx="147638" cy="71784"/>
          </a:xfrm>
          <a:prstGeom prst="round2SameRect">
            <a:avLst>
              <a:gd name="adj1" fmla="val 30378"/>
              <a:gd name="adj2" fmla="val 0"/>
            </a:avLst>
          </a:prstGeom>
          <a:noFill/>
          <a:ln>
            <a:solidFill>
              <a:srgbClr val="9CD0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09FB4-67CA-C17F-BB8F-86C3AA6FA734}"/>
              </a:ext>
            </a:extLst>
          </p:cNvPr>
          <p:cNvSpPr txBox="1"/>
          <p:nvPr/>
        </p:nvSpPr>
        <p:spPr>
          <a:xfrm>
            <a:off x="5679878" y="3501330"/>
            <a:ext cx="832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A4A5A8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124372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8427</TotalTime>
  <Words>26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Amatic SC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Tung</dc:creator>
  <cp:lastModifiedBy>Caleb Tung</cp:lastModifiedBy>
  <cp:revision>1</cp:revision>
  <dcterms:created xsi:type="dcterms:W3CDTF">2025-04-12T02:02:28Z</dcterms:created>
  <dcterms:modified xsi:type="dcterms:W3CDTF">2025-11-11T17:17:40Z</dcterms:modified>
</cp:coreProperties>
</file>